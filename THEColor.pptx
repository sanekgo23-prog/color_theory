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58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C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3D6EC-DC3F-0703-C857-ECE9BD115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ECCB71-66D0-3086-904D-99B46E1A2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A23023-610D-4BB6-C942-4A642BE6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B75E4F-12EB-6210-FD7C-F01B15F2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A54CFD-862D-A238-88FB-F8514BB1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11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BE74F-2500-F18F-6276-2088EC554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B7C0BA-AD9D-9ED1-538B-B2FF299C4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54BF3-7258-4A16-2E03-358B6781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725782-63DB-F3BB-7614-D0906E1A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7B231-0F27-81E1-16AD-374FAABA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27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914C65-861F-6194-F381-E12329B6C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71CE1D-D812-E2CE-A532-C43C67F36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9A2A67-DA40-B53C-1F79-B05E7629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6DF9DA-69D8-3B89-6CD8-29B5B9C4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D02486-C161-894E-35CE-D98B80A2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9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8FE66-93A2-E497-CE49-957F92F4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BE49A5-17F4-5DAD-BA09-B86B2AFA5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155124-7A36-611D-08B5-375EF9317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BF05CB-155A-7E33-CF45-97DF0349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D3A8F9-022A-81FA-C8B8-CFBD0FD2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A6B277-6680-1961-2C5A-D1001DF48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04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A74FEE-EC0A-9823-5E0F-6788D7E09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D9E1DD-68EB-2949-60FD-96186191A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75FE2E-B236-D6ED-0548-911155417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7670FF-4418-5F4D-08CC-13A9297AD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0CFF71-A87A-5552-B31A-60ED3C4BE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8B7CFF-9F0B-AB6F-0409-820C7580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02651EA-9747-01DE-5C2E-E1A8FD54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011C3C-A3F7-6AF7-D439-FCF6A54B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699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14B14-1007-5624-287F-1DC4D2CE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59A35BA-9B5F-DB3E-2B1C-5133C6DB3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AF83F8-0390-17D9-A767-2E82E370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9112AAC-BAE1-70EB-7DDD-9B75B5AD5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622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5B05262-FC53-B9C4-D4F6-92B8935EF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0D84695-248A-F773-1B3D-5EC8C04F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F6156B-D32C-87E3-F04D-7F957B3E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4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1500F7-9F49-4827-482D-9854E5093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42DA3F-61F8-4595-5591-E3031B3CF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48A8D1-9183-F609-9906-634EC217B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DFD421-5E6E-3493-0054-B28A3ECF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3888DF-B337-0F5C-2A46-B3D3FFEB3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1BB3CB-92B5-7026-B862-26A9B57F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54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5DADF-E9F3-859D-1534-D7AF6753D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614B34-4132-F315-DA8B-394AE42C9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128BBD-5D63-2D55-B48B-09DA66162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B53381-4DF0-673D-312A-9AFE557C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3AB2D3-577E-E73F-6FE3-946EC98A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F615D2-32C8-FD87-E2AD-F32CDD85A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23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41630-2DFE-5193-E6E4-86068D0F8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AB52CA-7707-715D-ADD8-4383EED43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A0CF00-8D8B-0C68-2CB5-327455B5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F14B8C-49C2-59C2-E5DA-8C52F0E0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E73D64-7738-3EAC-B118-29B0C3457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19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967C92C-560D-C643-512C-5B501B9FA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805FBF-AD8F-4EC6-17FD-60C61E0D8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6BF129-9273-3B11-6FC8-5C419640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EF9B4D-555D-27E7-59D6-BE8B5834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741D2A-5C41-1546-C532-9D9C1F10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92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50B2C-8110-C827-E839-3383BCEF6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2313A5-E12C-0301-0B05-42793B58B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B7F812-A205-1B6F-EA1B-6B71B7F10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0FCD5-2F19-427A-A078-7A3C5B198099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563D9E-A0A1-CF26-2EA6-83262AD92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A1082F-0C92-F9BF-18B0-C3545B18D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7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A9B3F2-6663-44E3-9A71-F072AA525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99" y="410589"/>
            <a:ext cx="3838116" cy="3838116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1D04725-87F7-4DFF-940B-076C43B2F100}"/>
              </a:ext>
            </a:extLst>
          </p:cNvPr>
          <p:cNvSpPr/>
          <p:nvPr/>
        </p:nvSpPr>
        <p:spPr>
          <a:xfrm>
            <a:off x="2192784" y="2547891"/>
            <a:ext cx="7794595" cy="176665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6E5F97-1D1A-8039-372A-F2A48B891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20536" y="6030119"/>
            <a:ext cx="9144000" cy="1655762"/>
          </a:xfrm>
        </p:spPr>
        <p:txBody>
          <a:bodyPr/>
          <a:lstStyle/>
          <a:p>
            <a:r>
              <a:rPr lang="ru-RU" dirty="0"/>
              <a:t>Сабиров Александр </a:t>
            </a:r>
            <a:r>
              <a:rPr lang="ru-RU" dirty="0" err="1"/>
              <a:t>Ленарович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0222463-802C-F8C9-E31D-AF2E71CAF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296" y="5967975"/>
            <a:ext cx="475695" cy="475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DDA48-A95A-B730-252C-A42D43B82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002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/>
              <a:t>«</a:t>
            </a:r>
            <a:r>
              <a:rPr lang="en-US" dirty="0"/>
              <a:t>Random Color Theory</a:t>
            </a:r>
            <a:r>
              <a:rPr lang="ru-RU" dirty="0"/>
              <a:t>»</a:t>
            </a:r>
            <a:br>
              <a:rPr lang="ru-RU" dirty="0"/>
            </a:br>
            <a:r>
              <a:rPr lang="ru-RU" sz="1800" dirty="0"/>
              <a:t>Интерактивный веб-инструмент для дизайнеров и творческих людей</a:t>
            </a:r>
          </a:p>
        </p:txBody>
      </p:sp>
    </p:spTree>
    <p:extLst>
      <p:ext uri="{BB962C8B-B14F-4D97-AF65-F5344CB8AC3E}">
        <p14:creationId xmlns:p14="http://schemas.microsoft.com/office/powerpoint/2010/main" val="806793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D193B5C-DE12-42E9-9D56-0F0E08C9E094}"/>
              </a:ext>
            </a:extLst>
          </p:cNvPr>
          <p:cNvSpPr/>
          <p:nvPr/>
        </p:nvSpPr>
        <p:spPr>
          <a:xfrm>
            <a:off x="941033" y="887767"/>
            <a:ext cx="3799643" cy="1118585"/>
          </a:xfrm>
          <a:prstGeom prst="roundRect">
            <a:avLst/>
          </a:prstGeom>
          <a:solidFill>
            <a:srgbClr val="0B0C1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74D14-2FBF-6563-D19C-4C71ADB3E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797" y="813763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Идея проекта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DAC980-7B81-40B4-B7F5-F96C5D2E2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9"/>
          <a:stretch>
            <a:fillRect/>
          </a:stretch>
        </p:blipFill>
        <p:spPr>
          <a:xfrm>
            <a:off x="5907878" y="8974"/>
            <a:ext cx="6284122" cy="4962617"/>
          </a:xfrm>
          <a:custGeom>
            <a:avLst/>
            <a:gdLst>
              <a:gd name="connsiteX0" fmla="*/ 0 w 6284122"/>
              <a:gd name="connsiteY0" fmla="*/ 0 h 4962617"/>
              <a:gd name="connsiteX1" fmla="*/ 6284122 w 6284122"/>
              <a:gd name="connsiteY1" fmla="*/ 0 h 4962617"/>
              <a:gd name="connsiteX2" fmla="*/ 6284122 w 6284122"/>
              <a:gd name="connsiteY2" fmla="*/ 4939952 h 4962617"/>
              <a:gd name="connsiteX3" fmla="*/ 6275590 w 6284122"/>
              <a:gd name="connsiteY3" fmla="*/ 4942146 h 4962617"/>
              <a:gd name="connsiteX4" fmla="*/ 6072516 w 6284122"/>
              <a:gd name="connsiteY4" fmla="*/ 4962617 h 4962617"/>
              <a:gd name="connsiteX5" fmla="*/ 1007635 w 6284122"/>
              <a:gd name="connsiteY5" fmla="*/ 4962617 h 4962617"/>
              <a:gd name="connsiteX6" fmla="*/ 5202 w 6284122"/>
              <a:gd name="connsiteY6" fmla="*/ 4058006 h 4962617"/>
              <a:gd name="connsiteX7" fmla="*/ 0 w 6284122"/>
              <a:gd name="connsiteY7" fmla="*/ 3955000 h 4962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84122" h="4962617">
                <a:moveTo>
                  <a:pt x="0" y="0"/>
                </a:moveTo>
                <a:lnTo>
                  <a:pt x="6284122" y="0"/>
                </a:lnTo>
                <a:lnTo>
                  <a:pt x="6284122" y="4939952"/>
                </a:lnTo>
                <a:lnTo>
                  <a:pt x="6275590" y="4942146"/>
                </a:lnTo>
                <a:cubicBezTo>
                  <a:pt x="6209995" y="4955568"/>
                  <a:pt x="6142079" y="4962617"/>
                  <a:pt x="6072516" y="4962617"/>
                </a:cubicBezTo>
                <a:lnTo>
                  <a:pt x="1007635" y="4962617"/>
                </a:lnTo>
                <a:cubicBezTo>
                  <a:pt x="485915" y="4962617"/>
                  <a:pt x="56803" y="4566113"/>
                  <a:pt x="5202" y="4058006"/>
                </a:cubicBezTo>
                <a:lnTo>
                  <a:pt x="0" y="3955000"/>
                </a:lnTo>
                <a:close/>
              </a:path>
            </a:pathLst>
          </a:cu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589FF5D-D695-4ACF-BEF5-4212B7BF5244}"/>
              </a:ext>
            </a:extLst>
          </p:cNvPr>
          <p:cNvSpPr/>
          <p:nvPr/>
        </p:nvSpPr>
        <p:spPr>
          <a:xfrm>
            <a:off x="97653" y="3085183"/>
            <a:ext cx="7794595" cy="37728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E3DE14-6592-FF3B-7322-EF50DEFE3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178" y="3193294"/>
            <a:ext cx="6965272" cy="435133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Calibri (Основной текст)"/>
              </a:rPr>
              <a:t>Создать инструмент, который за секунду генерирует </a:t>
            </a:r>
            <a:r>
              <a:rPr lang="ru-RU" sz="1800" b="1" i="0" dirty="0">
                <a:effectLst/>
                <a:latin typeface="Calibri (Основной текст)"/>
              </a:rPr>
              <a:t>гармоничные цветовые палитры</a:t>
            </a:r>
            <a:r>
              <a:rPr lang="ru-RU" sz="1800" b="0" i="0" dirty="0">
                <a:effectLst/>
                <a:latin typeface="Calibri (Основной текст)"/>
              </a:rPr>
              <a:t> по классическим законам цвета (аналоговая, комплементарная, </a:t>
            </a:r>
            <a:r>
              <a:rPr lang="ru-RU" sz="1800" b="0" i="0" dirty="0" err="1">
                <a:effectLst/>
                <a:latin typeface="Calibri (Основной текст)"/>
              </a:rPr>
              <a:t>триадная</a:t>
            </a:r>
            <a:r>
              <a:rPr lang="ru-RU" sz="1800" b="0" i="0" dirty="0">
                <a:effectLst/>
                <a:latin typeface="Calibri (Основной текст)"/>
              </a:rPr>
              <a:t> и др.)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Calibri (Основной текст)"/>
              </a:rPr>
              <a:t>Дать пользователю не просто список кодов, а </a:t>
            </a:r>
            <a:r>
              <a:rPr lang="ru-RU" sz="1800" b="1" i="0" dirty="0">
                <a:effectLst/>
                <a:latin typeface="Calibri (Основной текст)"/>
              </a:rPr>
              <a:t>визуальное и тактильное удовольствие</a:t>
            </a:r>
            <a:r>
              <a:rPr lang="ru-RU" sz="1800" b="0" i="0" dirty="0">
                <a:effectLst/>
                <a:latin typeface="Calibri (Основной текст)"/>
              </a:rPr>
              <a:t>: интерактивное кольцо, анимации, мгновенное копирование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Calibri (Основной текст)"/>
              </a:rPr>
              <a:t>Объединить сообщество: позволить сохранять палитры в профиле, делиться ими, вдохновляться чужими работами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Calibri (Основной текст)"/>
              </a:rPr>
              <a:t>Сделать генерацию цветов </a:t>
            </a:r>
            <a:r>
              <a:rPr lang="ru-RU" sz="1800" b="1" i="0" dirty="0">
                <a:effectLst/>
                <a:latin typeface="Calibri (Основной текст)"/>
              </a:rPr>
              <a:t>похожей на игру</a:t>
            </a:r>
            <a:r>
              <a:rPr lang="ru-RU" sz="1800" b="0" i="0" dirty="0">
                <a:effectLst/>
                <a:latin typeface="Calibri (Основной текст)"/>
              </a:rPr>
              <a:t> — яркой, живой, с элементами случайности</a:t>
            </a:r>
          </a:p>
        </p:txBody>
      </p:sp>
    </p:spTree>
    <p:extLst>
      <p:ext uri="{BB962C8B-B14F-4D97-AF65-F5344CB8AC3E}">
        <p14:creationId xmlns:p14="http://schemas.microsoft.com/office/powerpoint/2010/main" val="162613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E69C1BF-6C7C-4C86-82F3-EE25CB60F0E8}"/>
              </a:ext>
            </a:extLst>
          </p:cNvPr>
          <p:cNvSpPr/>
          <p:nvPr/>
        </p:nvSpPr>
        <p:spPr>
          <a:xfrm>
            <a:off x="671186" y="597490"/>
            <a:ext cx="6173498" cy="783297"/>
          </a:xfrm>
          <a:prstGeom prst="roundRect">
            <a:avLst/>
          </a:prstGeom>
          <a:solidFill>
            <a:srgbClr val="0B0C1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C1384-DBD3-03DC-79CA-639F7BF7B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Техническая реализация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AFE1E0-2191-05E3-EFC3-5EF741BD5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6673" y="2845574"/>
            <a:ext cx="4685497" cy="2121468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Calibri (Основной текст)"/>
              </a:rPr>
              <a:t>Алгоритмы генерации палитр </a:t>
            </a:r>
            <a:r>
              <a:rPr lang="ru-RU" sz="1800" b="0" i="0" dirty="0" err="1">
                <a:effectLst/>
                <a:latin typeface="Calibri (Основной текст)"/>
              </a:rPr>
              <a:t>портированы</a:t>
            </a:r>
            <a:r>
              <a:rPr lang="ru-RU" sz="1800" b="0" i="0" dirty="0">
                <a:effectLst/>
                <a:latin typeface="Calibri (Основной текст)"/>
              </a:rPr>
              <a:t> с Python на JavaScript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Calibri (Основной текст)"/>
              </a:rPr>
              <a:t>SVG-кольцо строится динамически, каждый сегмент появляется с задержкой (эффект раскручивания)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Calibri (Основной текст)"/>
              </a:rPr>
              <a:t>Плавные CSS-анимации для </a:t>
            </a:r>
            <a:r>
              <a:rPr lang="ru-RU" sz="1800" b="0" i="0" dirty="0" err="1">
                <a:effectLst/>
                <a:latin typeface="Calibri (Основной текст)"/>
              </a:rPr>
              <a:t>hover</a:t>
            </a:r>
            <a:r>
              <a:rPr lang="ru-RU" sz="1800" b="0" i="0" dirty="0">
                <a:effectLst/>
                <a:latin typeface="Calibri (Основной текст)"/>
              </a:rPr>
              <a:t>, открытия настроек, рекламного окна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5F936-C0BC-B627-088F-2425DCFF1C2D}"/>
              </a:ext>
            </a:extLst>
          </p:cNvPr>
          <p:cNvSpPr txBox="1"/>
          <p:nvPr/>
        </p:nvSpPr>
        <p:spPr>
          <a:xfrm>
            <a:off x="932154" y="1690688"/>
            <a:ext cx="2698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Calibri (Основной текст)"/>
              </a:rPr>
              <a:t>Бэкенд:</a:t>
            </a:r>
            <a:r>
              <a:rPr lang="ru-RU" b="0" i="0" dirty="0">
                <a:effectLst/>
                <a:latin typeface="Calibri (Основной текст)"/>
              </a:rPr>
              <a:t> </a:t>
            </a:r>
            <a:r>
              <a:rPr lang="en-US" b="0" i="0" dirty="0">
                <a:effectLst/>
                <a:latin typeface="Calibri (Основной текст)"/>
              </a:rPr>
              <a:t>Python + Flask</a:t>
            </a:r>
            <a:endParaRPr lang="ru-RU" dirty="0">
              <a:latin typeface="Calibri (Основной текст)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E584F-1812-CCA9-1C81-F506A504B2DC}"/>
              </a:ext>
            </a:extLst>
          </p:cNvPr>
          <p:cNvSpPr txBox="1"/>
          <p:nvPr/>
        </p:nvSpPr>
        <p:spPr>
          <a:xfrm>
            <a:off x="932154" y="2013853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ORM-модели (</a:t>
            </a:r>
            <a:r>
              <a:rPr lang="ru-RU" b="0" i="0" dirty="0" err="1">
                <a:effectLst/>
                <a:latin typeface="Calibri (Основной текст)"/>
              </a:rPr>
              <a:t>SQLAlchemy</a:t>
            </a:r>
            <a:r>
              <a:rPr lang="ru-RU" b="0" i="0" dirty="0">
                <a:effectLst/>
                <a:latin typeface="Calibri (Основной текст)"/>
              </a:rPr>
              <a:t>) для пользователей и палитр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Аутентификация (</a:t>
            </a:r>
            <a:r>
              <a:rPr lang="ru-RU" b="0" i="0" dirty="0" err="1">
                <a:effectLst/>
                <a:latin typeface="Calibri (Основной текст)"/>
              </a:rPr>
              <a:t>Flask-Login</a:t>
            </a:r>
            <a:r>
              <a:rPr lang="ru-RU" b="0" i="0" dirty="0">
                <a:effectLst/>
                <a:latin typeface="Calibri (Основной текст)"/>
              </a:rPr>
              <a:t>) с хешированием паролей, загрузка аватаров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База данных </a:t>
            </a:r>
            <a:r>
              <a:rPr lang="en-US" b="0" i="0" dirty="0">
                <a:effectLst/>
                <a:latin typeface="Calibri (Основной текст)"/>
              </a:rPr>
              <a:t>SQLite (</a:t>
            </a:r>
            <a:r>
              <a:rPr lang="ru-RU" b="0" i="0" dirty="0" err="1">
                <a:effectLst/>
                <a:latin typeface="Calibri (Основной текст)"/>
              </a:rPr>
              <a:t>автосоздание</a:t>
            </a:r>
            <a:r>
              <a:rPr lang="ru-RU" b="0" i="0" dirty="0">
                <a:effectLst/>
                <a:latin typeface="Calibri (Основной текст)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F495F-9BA1-2B8D-5F18-DC3ED06973A3}"/>
              </a:ext>
            </a:extLst>
          </p:cNvPr>
          <p:cNvSpPr txBox="1"/>
          <p:nvPr/>
        </p:nvSpPr>
        <p:spPr>
          <a:xfrm>
            <a:off x="932154" y="4184468"/>
            <a:ext cx="51638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Правая панель: режимы гармонии иконками, описание, скрываемая тонкая настройка.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Вся палитра сортируется по оттенку для естественного визуального потока.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Цвета в </a:t>
            </a:r>
            <a:r>
              <a:rPr lang="ru-RU" dirty="0">
                <a:latin typeface="Calibri (Основной текст)"/>
              </a:rPr>
              <a:t>кольце </a:t>
            </a:r>
            <a:r>
              <a:rPr lang="ru-RU" b="0" i="0" dirty="0" err="1">
                <a:effectLst/>
                <a:latin typeface="Calibri (Основной текст)"/>
              </a:rPr>
              <a:t>кликабельны</a:t>
            </a:r>
            <a:r>
              <a:rPr lang="ru-RU" b="0" i="0" dirty="0">
                <a:effectLst/>
                <a:latin typeface="Calibri (Основной текст)"/>
              </a:rPr>
              <a:t>, копируются с анимированным уведомлением.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D5F66-64B5-A6ED-8A20-FADBC140A675}"/>
              </a:ext>
            </a:extLst>
          </p:cNvPr>
          <p:cNvSpPr txBox="1"/>
          <p:nvPr/>
        </p:nvSpPr>
        <p:spPr>
          <a:xfrm>
            <a:off x="932153" y="3847248"/>
            <a:ext cx="327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Дизайн </a:t>
            </a:r>
            <a:r>
              <a:rPr lang="ru-RU" b="1" i="0" dirty="0">
                <a:effectLst/>
                <a:latin typeface="Calibri (Основной текст)"/>
              </a:rPr>
              <a:t>интерфейса</a:t>
            </a:r>
            <a:r>
              <a:rPr lang="ru-RU" b="1" i="0" dirty="0">
                <a:effectLst/>
                <a:latin typeface="quote-cjk-patch"/>
              </a:rPr>
              <a:t>:</a:t>
            </a:r>
            <a:endParaRPr lang="ru-RU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AC9EEC-CAFC-8C45-19BA-3110ABBC9D8D}"/>
              </a:ext>
            </a:extLst>
          </p:cNvPr>
          <p:cNvSpPr txBox="1"/>
          <p:nvPr/>
        </p:nvSpPr>
        <p:spPr>
          <a:xfrm>
            <a:off x="7026674" y="2431608"/>
            <a:ext cx="314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Calibri (Основной текст)"/>
              </a:rPr>
              <a:t>Клиентская</a:t>
            </a:r>
            <a:r>
              <a:rPr lang="ru-RU" b="1" i="0" dirty="0">
                <a:effectLst/>
                <a:latin typeface="quote-cjk-patch"/>
              </a:rPr>
              <a:t> магия: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641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0936-0813-373C-6C6B-FF40BA41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A2F15E9-5640-4E92-87E2-633D23070BF9}"/>
              </a:ext>
            </a:extLst>
          </p:cNvPr>
          <p:cNvSpPr/>
          <p:nvPr/>
        </p:nvSpPr>
        <p:spPr>
          <a:xfrm>
            <a:off x="416318" y="333721"/>
            <a:ext cx="7555829" cy="783297"/>
          </a:xfrm>
          <a:prstGeom prst="roundRect">
            <a:avLst/>
          </a:prstGeom>
          <a:solidFill>
            <a:srgbClr val="0B0C1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84FEF-8AF1-F59B-F653-72BCE66B8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89" y="62589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Функциональные возможности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29725-1263-18B3-712E-9FAD69A8E232}"/>
              </a:ext>
            </a:extLst>
          </p:cNvPr>
          <p:cNvSpPr txBox="1"/>
          <p:nvPr/>
        </p:nvSpPr>
        <p:spPr>
          <a:xfrm>
            <a:off x="416318" y="1659284"/>
            <a:ext cx="10929344" cy="2956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🎨 </a:t>
            </a:r>
            <a:r>
              <a:rPr lang="ru-RU" b="1" i="0" dirty="0">
                <a:effectLst/>
                <a:latin typeface="Calibri (Основной текст)"/>
              </a:rPr>
              <a:t>Генерация палитр</a:t>
            </a:r>
            <a:r>
              <a:rPr lang="ru-RU" b="0" i="0" dirty="0">
                <a:effectLst/>
                <a:latin typeface="Calibri (Основной текст)"/>
              </a:rPr>
              <a:t> по 6 режимам гармонии (выбор вручную или случайный режим с анимацией выбора)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🖱 </a:t>
            </a:r>
            <a:r>
              <a:rPr lang="ru-RU" b="1" i="0" dirty="0">
                <a:effectLst/>
                <a:latin typeface="Calibri (Основной текст)"/>
              </a:rPr>
              <a:t>Интерактивное кольцо:</a:t>
            </a:r>
            <a:r>
              <a:rPr lang="ru-RU" b="0" i="0" dirty="0">
                <a:effectLst/>
                <a:latin typeface="Calibri (Основной текст)"/>
              </a:rPr>
              <a:t> при наведении сегмент выдвигается, при клике – копирует HEX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⚙️ </a:t>
            </a:r>
            <a:r>
              <a:rPr lang="ru-RU" b="1" i="0" dirty="0">
                <a:effectLst/>
                <a:latin typeface="Calibri (Основной текст)"/>
              </a:rPr>
              <a:t>Тонкая настройка:</a:t>
            </a:r>
            <a:r>
              <a:rPr lang="ru-RU" b="0" i="0" dirty="0">
                <a:effectLst/>
                <a:latin typeface="Calibri (Основной текст)"/>
              </a:rPr>
              <a:t> ползунки для количества цветов, насыщенности и яркости (плавно раскрываются)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🔐 </a:t>
            </a:r>
            <a:r>
              <a:rPr lang="ru-RU" b="1" i="0" dirty="0">
                <a:effectLst/>
                <a:latin typeface="Calibri (Основной текст)"/>
              </a:rPr>
              <a:t>Система аккаунтов:</a:t>
            </a:r>
            <a:r>
              <a:rPr lang="ru-RU" b="0" i="0" dirty="0">
                <a:effectLst/>
                <a:latin typeface="Calibri (Основной текст)"/>
              </a:rPr>
              <a:t> регистрация, вход, загрузка аватара, личный профиль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💾 </a:t>
            </a:r>
            <a:r>
              <a:rPr lang="ru-RU" b="1" i="0" dirty="0">
                <a:effectLst/>
                <a:latin typeface="Calibri (Основной текст)"/>
              </a:rPr>
              <a:t>Сохранение палитр:</a:t>
            </a:r>
            <a:r>
              <a:rPr lang="ru-RU" b="0" i="0" dirty="0">
                <a:effectLst/>
                <a:latin typeface="Calibri (Основной текст)"/>
              </a:rPr>
              <a:t> задать название, сделать публичной или приватной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🌐 </a:t>
            </a:r>
            <a:r>
              <a:rPr lang="ru-RU" b="1" i="0" dirty="0">
                <a:effectLst/>
                <a:latin typeface="Calibri (Основной текст)"/>
              </a:rPr>
              <a:t>Общие палитры:</a:t>
            </a:r>
            <a:r>
              <a:rPr lang="ru-RU" b="0" i="0" dirty="0">
                <a:effectLst/>
                <a:latin typeface="Calibri (Основной текст)"/>
              </a:rPr>
              <a:t> просмотр коллекции всех пользователей, открытие деталей любой палитры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libri (Основной текст)"/>
              </a:rPr>
              <a:t>📋 </a:t>
            </a:r>
            <a:r>
              <a:rPr lang="ru-RU" b="1" i="0" dirty="0">
                <a:effectLst/>
                <a:latin typeface="Calibri (Основной текст)"/>
              </a:rPr>
              <a:t>Копирование цветов:</a:t>
            </a:r>
            <a:r>
              <a:rPr lang="ru-RU" b="0" i="0" dirty="0">
                <a:effectLst/>
                <a:latin typeface="Calibri (Основной текст)"/>
              </a:rPr>
              <a:t> в один клик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A80FE8F1-2316-49D7-A82D-B04CC799D4AD}"/>
              </a:ext>
            </a:extLst>
          </p:cNvPr>
          <p:cNvSpPr/>
          <p:nvPr/>
        </p:nvSpPr>
        <p:spPr>
          <a:xfrm>
            <a:off x="-834501" y="5304475"/>
            <a:ext cx="13866919" cy="1553526"/>
          </a:xfrm>
          <a:prstGeom prst="roundRect">
            <a:avLst/>
          </a:prstGeom>
          <a:solidFill>
            <a:srgbClr val="0B0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AA7EBB3-BA74-4119-A721-5E2B30173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20" y="5304474"/>
            <a:ext cx="7945515" cy="155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D159D48-D8D3-416B-A921-6B4AD7FD101D}"/>
              </a:ext>
            </a:extLst>
          </p:cNvPr>
          <p:cNvSpPr/>
          <p:nvPr/>
        </p:nvSpPr>
        <p:spPr>
          <a:xfrm>
            <a:off x="771425" y="636258"/>
            <a:ext cx="6392855" cy="783297"/>
          </a:xfrm>
          <a:prstGeom prst="roundRect">
            <a:avLst/>
          </a:prstGeom>
          <a:solidFill>
            <a:srgbClr val="0B0C1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B9F82-E589-4711-8AC5-A7CF2C3C3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Результаты и перспективы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63D952-62E8-002F-0F7E-2AD16210B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0" y="1690688"/>
            <a:ext cx="5257800" cy="435133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1800" b="1" i="0" dirty="0">
                <a:effectLst/>
                <a:latin typeface="quote-cjk-patch"/>
              </a:rPr>
              <a:t>Результаты:</a:t>
            </a:r>
            <a:endParaRPr lang="ru-RU" sz="1800" b="1" dirty="0"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quote-cjk-patch"/>
              </a:rPr>
              <a:t>Создан законченный веб-сервис с интуитивным интерфейсом и выразительным дизайном, который превращает подбор цветов в </a:t>
            </a:r>
            <a:r>
              <a:rPr lang="ru-RU" sz="1800" b="0" i="0" dirty="0">
                <a:effectLst/>
                <a:latin typeface="Calibri (Основной текст)"/>
              </a:rPr>
              <a:t>увлекательное</a:t>
            </a:r>
            <a:r>
              <a:rPr lang="ru-RU" sz="1800" b="0" i="0" dirty="0">
                <a:effectLst/>
                <a:latin typeface="quote-cjk-patch"/>
              </a:rPr>
              <a:t> занятие.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quote-cjk-patch"/>
              </a:rPr>
              <a:t>Реализованы все классические схемы цветовой гармонии, генерация происходит мгновенно, а результат сразу виден на интерактивном кольце.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quote-cjk-patch"/>
              </a:rPr>
              <a:t>Пользователи могут не только получать палитры, но и сохранять их в своём профиле, обмениваться ими и находить вдохновение в работах других.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quote-cjk-patch"/>
              </a:rPr>
              <a:t>Интерфейс сайта построен вокруг центрального визуального элемента — анимированного цветового кольца, которое притягивает внимание и делает взаимодействие запоминающимся.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6919CDA3-2DBF-4898-B5FA-996E207F86B0}"/>
              </a:ext>
            </a:extLst>
          </p:cNvPr>
          <p:cNvSpPr txBox="1">
            <a:spLocks/>
          </p:cNvSpPr>
          <p:nvPr/>
        </p:nvSpPr>
        <p:spPr>
          <a:xfrm>
            <a:off x="6272814" y="4552549"/>
            <a:ext cx="63704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ru-RU" sz="1800" b="1" i="0" dirty="0">
                <a:effectLst/>
                <a:latin typeface="Calibri (Основной текст)"/>
              </a:rPr>
              <a:t>Перспективы развития:</a:t>
            </a:r>
            <a:endParaRPr lang="ru-RU" sz="1800" b="0" i="0" dirty="0">
              <a:effectLst/>
              <a:latin typeface="Calibri (Основной текст)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Calibri (Основной текст)"/>
              </a:rPr>
              <a:t>Добавить возможность </a:t>
            </a:r>
            <a:r>
              <a:rPr lang="ru-RU" sz="1800" b="1" i="0" dirty="0">
                <a:effectLst/>
                <a:latin typeface="Calibri (Основной текст)"/>
              </a:rPr>
              <a:t>блокировки</a:t>
            </a:r>
            <a:r>
              <a:rPr lang="ru-RU" sz="1800" b="0" i="0" dirty="0">
                <a:effectLst/>
                <a:latin typeface="Calibri (Основной текст)"/>
              </a:rPr>
              <a:t> отдельных цветов и перегенерации остальных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Calibri (Основной текст)"/>
              </a:rPr>
              <a:t>Тёмная/светлая тема и кастомизация акцентного цвета интерфейса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dirty="0">
                <a:latin typeface="Calibri (Основной текст)"/>
              </a:rPr>
              <a:t>Возможность делиться </a:t>
            </a:r>
            <a:r>
              <a:rPr lang="ru-RU" sz="1800" b="1" dirty="0" err="1">
                <a:latin typeface="Calibri (Основной текст)"/>
              </a:rPr>
              <a:t>кастомными</a:t>
            </a:r>
            <a:r>
              <a:rPr lang="ru-RU" sz="1800" dirty="0">
                <a:latin typeface="Calibri (Основной текст)"/>
              </a:rPr>
              <a:t> палитрами</a:t>
            </a:r>
            <a:endParaRPr lang="ru-RU" sz="1800" b="0" i="0" dirty="0">
              <a:effectLst/>
              <a:latin typeface="Calibri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42012027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394</Words>
  <Application>Microsoft Office PowerPoint</Application>
  <PresentationFormat>Широкоэкранный</PresentationFormat>
  <Paragraphs>38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(Основной текст)</vt:lpstr>
      <vt:lpstr>Calibri Light</vt:lpstr>
      <vt:lpstr>quote-cjk-patch</vt:lpstr>
      <vt:lpstr>Тема Office</vt:lpstr>
      <vt:lpstr>«Random Color Theory» Интерактивный веб-инструмент для дизайнеров и творческих людей</vt:lpstr>
      <vt:lpstr>Идея проекта</vt:lpstr>
      <vt:lpstr>Техническая реализация</vt:lpstr>
      <vt:lpstr>Функциональные возможности</vt:lpstr>
      <vt:lpstr>Результаты и перспективы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«Random Color Theory» Интерактивный веб-инструмент для дизайнеров и творческих людей</dc:title>
  <dc:creator>Александр Сабиров</dc:creator>
  <cp:lastModifiedBy>Александр Сабиров</cp:lastModifiedBy>
  <cp:revision>10</cp:revision>
  <dcterms:created xsi:type="dcterms:W3CDTF">2025-11-08T21:17:06Z</dcterms:created>
  <dcterms:modified xsi:type="dcterms:W3CDTF">2026-05-07T11:54:56Z</dcterms:modified>
</cp:coreProperties>
</file>